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CDCFF"/>
    <a:srgbClr val="485F7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3A21C75-1FF4-4647-BBCA-A1E1BD9E9E1E}" v="3" dt="2026-03-23T23:12:53.45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460"/>
    <p:restoredTop sz="94668"/>
  </p:normalViewPr>
  <p:slideViewPr>
    <p:cSldViewPr snapToGrid="0">
      <p:cViewPr varScale="1">
        <p:scale>
          <a:sx n="139" d="100"/>
          <a:sy n="139" d="100"/>
        </p:scale>
        <p:origin x="568" y="4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87677B-74B8-899D-3315-4A3B4081C9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C79A279-0CFC-E805-B5D0-C62761EB89C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8CA36C-640A-2D2D-0F82-1EBFA34D29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59DFFD-3A54-F04D-86A5-ADE52AE53759}" type="datetimeFigureOut">
              <a:rPr lang="en-US" smtClean="0"/>
              <a:t>3/23/26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7FB759-805B-D690-0FA6-7ACD89B2CB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C0A9A5-42ED-6951-0714-AB3DC32629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6C4F82-0FD8-6443-9216-AE3E5BF01B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33738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5283CF-4983-F860-3BEC-D304019B19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F5E943-BF1B-1C4A-82D0-81A6CD39AC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A27904-1CBD-D0EB-FB86-B10CCD6B55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59DFFD-3A54-F04D-86A5-ADE52AE53759}" type="datetimeFigureOut">
              <a:rPr lang="en-US" smtClean="0"/>
              <a:t>3/23/26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A692A7-B0AC-29B7-56C0-BAA0C2DC15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11DC03-EBFE-3D8A-268B-12C01096C0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6C4F82-0FD8-6443-9216-AE3E5BF01B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48433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7B43D3-2A39-57F9-5108-B14C3CF87B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C76590-3D6C-E78E-4D6A-F86DA55B90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27FC78-1DBC-8E85-05C9-45ED05611A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59DFFD-3A54-F04D-86A5-ADE52AE53759}" type="datetimeFigureOut">
              <a:rPr lang="en-US" smtClean="0"/>
              <a:t>3/23/26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95C7D2-F292-2C3E-0308-A1E3325AAE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CD86E5-0A33-99FD-0FCD-A555DE15F8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6C4F82-0FD8-6443-9216-AE3E5BF01B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77774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9DA695-8296-EDF5-FC55-DDD4E8C197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908BB9-742D-BDC4-4C18-0583EF71839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7FA6BFA-23F4-F28A-B883-1D81A463E3D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41143E-9EB7-1958-1784-B42AA31379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59DFFD-3A54-F04D-86A5-ADE52AE53759}" type="datetimeFigureOut">
              <a:rPr lang="en-US" smtClean="0"/>
              <a:t>3/23/26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F7236B7-41AC-80E4-26C0-6523E653EC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330635C-A679-865B-B8F9-0114EBF4F3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6C4F82-0FD8-6443-9216-AE3E5BF01B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2583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EB4E5E-75BE-AD4F-D34E-6C9E1E4848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D23DD1-7EF4-E459-17B9-FDC54912DE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2613E91-8164-E189-7B29-00444621F5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01573B5-412C-11F5-54A9-D20B6EBC676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4E216DF-9BCB-DCAC-7EEF-25EA519922F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35FCBC0-32AF-3D66-A781-F9A9C2ADEA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59DFFD-3A54-F04D-86A5-ADE52AE53759}" type="datetimeFigureOut">
              <a:rPr lang="en-US" smtClean="0"/>
              <a:t>3/23/26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9F9B76B-9DC8-94AE-BF64-94A89CF062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078743E-9338-3C76-DE56-9F32423C2B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6C4F82-0FD8-6443-9216-AE3E5BF01B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09542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7AFBB1-6BB7-84AE-A226-9A86B0C467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29023CD-2CDD-EBF4-7D9F-271D49563F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59DFFD-3A54-F04D-86A5-ADE52AE53759}" type="datetimeFigureOut">
              <a:rPr lang="en-US" smtClean="0"/>
              <a:t>3/23/26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2A4A738-B1E5-46F5-8AE6-BEAD8DA741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06DF73C-A8B5-0946-5C7C-1BB21E32D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6C4F82-0FD8-6443-9216-AE3E5BF01B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63896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380F4B9-BC67-54E9-73DF-C1DAF5A7E8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59DFFD-3A54-F04D-86A5-ADE52AE53759}" type="datetimeFigureOut">
              <a:rPr lang="en-US" smtClean="0"/>
              <a:t>3/23/26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31FCCDE-ABDA-B254-B6E1-DBBB657645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4E679E6-46B9-EBC1-2213-3DA10C8620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6C4F82-0FD8-6443-9216-AE3E5BF01B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9549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97CC47-0DC2-3476-2804-5247924DF2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DFCCEE-7037-B0B1-A87D-2945F43A0D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EBA1B36-3B52-4AB6-C066-7A859853DFE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F92FE30-D9EE-08C8-D1C7-EBAFA00ED6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59DFFD-3A54-F04D-86A5-ADE52AE53759}" type="datetimeFigureOut">
              <a:rPr lang="en-US" smtClean="0"/>
              <a:t>3/23/26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FA2D430-9575-59A7-95B3-74FEDA9F90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4C9D2EB-AC3A-0321-8E98-633185C27B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6C4F82-0FD8-6443-9216-AE3E5BF01B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32925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71704F-6853-C8F9-4EC7-F5623D30A2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AEC3DF0-52C2-EB2D-C095-25B69375E6A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7BF9225-F702-0048-290F-EFAC474B1D7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576008C-5B7F-729A-28F8-0B9D247637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59DFFD-3A54-F04D-86A5-ADE52AE53759}" type="datetimeFigureOut">
              <a:rPr lang="en-US" smtClean="0"/>
              <a:t>3/23/26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458A97C-991A-4E4F-1301-1FF1E7B3D7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5778D23-7010-8407-900B-747C35E5A6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6C4F82-0FD8-6443-9216-AE3E5BF01B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63039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9078EC-202B-4530-E9B4-23BAC1B597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E0317CF-D6A1-1042-F371-3DBC1C7A386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4300EE-1E8B-C512-C0C8-B53F645DDA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59DFFD-3A54-F04D-86A5-ADE52AE53759}" type="datetimeFigureOut">
              <a:rPr lang="en-US" smtClean="0"/>
              <a:t>3/23/26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90A3A7-9E9B-F27E-D893-4F1D209A2A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8C99D5-F0C2-4DB2-42F2-BCF967C6DB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6C4F82-0FD8-6443-9216-AE3E5BF01B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02498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5ECD12F-5985-EBE2-DB75-B772BCDE3A2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570C36D-CA67-54DC-9A6B-0BA8351263D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3DFBEC-9CCF-B81D-5065-0B80CA2CD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59DFFD-3A54-F04D-86A5-ADE52AE53759}" type="datetimeFigureOut">
              <a:rPr lang="en-US" smtClean="0"/>
              <a:t>3/23/26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A49C5C-FE2F-BA33-C07C-E96A977B6A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83E8ED-D3E1-6C1D-E71D-7F3CD116F1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6C4F82-0FD8-6443-9216-AE3E5BF01B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40586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E609670-CDC4-7D02-21D9-6C02E1B229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1765CF-7E26-BB08-7789-78672DC58C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E415B3-58EC-23E6-CC30-B36988DF5AD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B59DFFD-3A54-F04D-86A5-ADE52AE53759}" type="datetimeFigureOut">
              <a:rPr lang="en-US" smtClean="0"/>
              <a:t>3/23/26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9D9C40-A42B-B5D6-24F5-AFF0E045FD7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992E55-36AB-E0D8-7A46-9BC0FE0640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76C4F82-0FD8-6443-9216-AE3E5BF01B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94707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dog wearing a cowboy hat&#10;&#10;AI-generated content may be incorrect.">
            <a:extLst>
              <a:ext uri="{FF2B5EF4-FFF2-40B4-BE49-F238E27FC236}">
                <a16:creationId xmlns:a16="http://schemas.microsoft.com/office/drawing/2014/main" id="{BD681DB4-23EB-F459-3FCF-5D624D1206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24510" y="873252"/>
            <a:ext cx="3645613" cy="5111496"/>
          </a:xfrm>
          <a:prstGeom prst="rect">
            <a:avLst/>
          </a:prstGeom>
        </p:spPr>
      </p:pic>
      <p:pic>
        <p:nvPicPr>
          <p:cNvPr id="7" name="Picture 6" descr="A logo for a company&#10;&#10;AI-generated content may be incorrect.">
            <a:extLst>
              <a:ext uri="{FF2B5EF4-FFF2-40B4-BE49-F238E27FC236}">
                <a16:creationId xmlns:a16="http://schemas.microsoft.com/office/drawing/2014/main" id="{9A4D8265-91FC-D5DC-ADE4-7C2D1CFE20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4736" y="873252"/>
            <a:ext cx="5111496" cy="51114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24774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F7BE23-2F8D-036C-C698-7D2AB0E531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AD8DB5D1-0225-F3CC-0429-C6EB6DA350FD}"/>
              </a:ext>
            </a:extLst>
          </p:cNvPr>
          <p:cNvSpPr/>
          <p:nvPr/>
        </p:nvSpPr>
        <p:spPr>
          <a:xfrm>
            <a:off x="429768" y="649224"/>
            <a:ext cx="5440680" cy="5510784"/>
          </a:xfrm>
          <a:prstGeom prst="roundRect">
            <a:avLst>
              <a:gd name="adj" fmla="val 9104"/>
            </a:avLst>
          </a:prstGeom>
          <a:solidFill>
            <a:srgbClr val="CCDC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 descr="A logo for a company&#10;&#10;AI-generated content may be incorrect.">
            <a:extLst>
              <a:ext uri="{FF2B5EF4-FFF2-40B4-BE49-F238E27FC236}">
                <a16:creationId xmlns:a16="http://schemas.microsoft.com/office/drawing/2014/main" id="{6BEB7D29-EC42-3113-2E6A-0B977E864B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848868"/>
            <a:ext cx="5111496" cy="5111496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50059CE0-DE9F-9FFE-F9F1-D84AF9A13CD3}"/>
              </a:ext>
            </a:extLst>
          </p:cNvPr>
          <p:cNvSpPr/>
          <p:nvPr/>
        </p:nvSpPr>
        <p:spPr>
          <a:xfrm>
            <a:off x="6096000" y="2459736"/>
            <a:ext cx="5586984" cy="1764792"/>
          </a:xfrm>
          <a:prstGeom prst="rect">
            <a:avLst/>
          </a:prstGeom>
          <a:solidFill>
            <a:srgbClr val="CCDC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A1984F9-ADC1-5847-3C10-A7622AB0611C}"/>
              </a:ext>
            </a:extLst>
          </p:cNvPr>
          <p:cNvSpPr/>
          <p:nvPr/>
        </p:nvSpPr>
        <p:spPr>
          <a:xfrm>
            <a:off x="6096000" y="4395216"/>
            <a:ext cx="5586984" cy="1764792"/>
          </a:xfrm>
          <a:prstGeom prst="rect">
            <a:avLst/>
          </a:prstGeom>
          <a:solidFill>
            <a:srgbClr val="485F7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819963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fa7b1b5a-7b34-4387-94ae-d2c178decee1}" enabled="0" method="" siteId="{fa7b1b5a-7b34-4387-94ae-d2c178decee1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0</Words>
  <Application>Microsoft Macintosh PowerPoint</Application>
  <PresentationFormat>Widescreen</PresentationFormat>
  <Paragraphs>0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Natalie Niehoff</dc:creator>
  <cp:lastModifiedBy>Natalie Niehoff</cp:lastModifiedBy>
  <cp:revision>1</cp:revision>
  <dcterms:created xsi:type="dcterms:W3CDTF">2026-03-23T23:04:58Z</dcterms:created>
  <dcterms:modified xsi:type="dcterms:W3CDTF">2026-03-23T23:13:14Z</dcterms:modified>
</cp:coreProperties>
</file>